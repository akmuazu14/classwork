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Collection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Abdurrahman Kabir Muazu</a:t>
            </a:r>
          </a:p>
          <a:p>
            <a:r>
              <a:t>GOMYCODE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Customization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uploading to Google Slides:</a:t>
            </a:r>
          </a:p>
          <a:p>
            <a:r>
              <a:t>1. Go to Slide &gt; Change Background &gt; Choose Gradient (Blue–Teal)</a:t>
            </a:r>
          </a:p>
          <a:p>
            <a:r>
              <a:t>2. Go to Insert &gt; Icon to add visuals.</a:t>
            </a:r>
          </a:p>
          <a:p>
            <a:r>
              <a:t>3. Select all slides &gt; Transition &gt; Apply Fade or Slide for animation.</a:t>
            </a:r>
          </a:p>
          <a:p/>
          <a:p>
            <a:r>
              <a:t>All content boxes and charts are editable.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refers to the systematic gathering of information relevant to research objectives.</a:t>
            </a:r>
          </a:p>
          <a:p/>
          <a:p>
            <a:r>
              <a:t>Relevance:</a:t>
            </a:r>
          </a:p>
          <a:p>
            <a:r>
              <a:t>• Ensures reliability and validity</a:t>
            </a:r>
          </a:p>
          <a:p>
            <a:r>
              <a:t>• Supports informed decision-making</a:t>
            </a:r>
          </a:p>
          <a:p/>
          <a:p>
            <a:r>
              <a:t>Outline:</a:t>
            </a:r>
          </a:p>
          <a:p>
            <a:r>
              <a:t>1. Types of Data</a:t>
            </a:r>
          </a:p>
          <a:p>
            <a:r>
              <a:t>2. Collection Methods</a:t>
            </a:r>
          </a:p>
          <a:p>
            <a:r>
              <a:t>3. Strengths and Limitations</a:t>
            </a:r>
          </a:p>
          <a:p>
            <a:r>
              <a:t>4. Best Practices</a:t>
            </a:r>
          </a:p>
          <a:p>
            <a:r>
              <a:t>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Quantitative Data: Numeric and measurable (e.g., surveys)</a:t>
            </a:r>
          </a:p>
          <a:p>
            <a:r>
              <a:t>• Qualitative Data: Descriptive and conceptual (e.g., interviews)</a:t>
            </a:r>
          </a:p>
          <a:p>
            <a:r>
              <a:t>• Primary Data: Collected firsthand</a:t>
            </a:r>
          </a:p>
          <a:p>
            <a:r>
              <a:t>• Secondary Data: Sourced from existing research or archives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Surveys: Structured questions for large groups</a:t>
            </a:r>
          </a:p>
          <a:p>
            <a:r>
              <a:t>• Experiments: Controlled variable testing</a:t>
            </a:r>
          </a:p>
          <a:p>
            <a:r>
              <a:t>• Observation: Measuring specific behaviors</a:t>
            </a:r>
          </a:p>
          <a:p/>
          <a:p>
            <a:r>
              <a:t>Insert chart placeholder: Bar chart comparing survey sample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Qualitative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Interviews: Detailed personal responses</a:t>
            </a:r>
          </a:p>
          <a:p>
            <a:r>
              <a:t>• Focus Groups: Guided group discussions</a:t>
            </a:r>
          </a:p>
          <a:p>
            <a:r>
              <a:t>• Case Studies: In-depth exploration</a:t>
            </a:r>
          </a:p>
          <a:p/>
          <a:p>
            <a:r>
              <a:t>Insert icon placeholders: Microphone, group,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quantitative and qualitative techniques.</a:t>
            </a:r>
          </a:p>
          <a:p/>
          <a:p>
            <a:r>
              <a:t>Advantages:</a:t>
            </a:r>
          </a:p>
          <a:p>
            <a:r>
              <a:t>• Cross-validation (triangulation)</a:t>
            </a:r>
          </a:p>
          <a:p>
            <a:r>
              <a:t>• Deeper insights</a:t>
            </a:r>
          </a:p>
          <a:p/>
          <a:p>
            <a:r>
              <a:t>Insert comparison chart placeholder (Quantitative | Qualitative | Mixed).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Process (Flowchart)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steps:</a:t>
            </a:r>
          </a:p>
          <a:p>
            <a:r>
              <a:t>1. Define objectives</a:t>
            </a:r>
          </a:p>
          <a:p>
            <a:r>
              <a:t>2. Choose method</a:t>
            </a:r>
          </a:p>
          <a:p>
            <a:r>
              <a:t>3. Design instrument</a:t>
            </a:r>
          </a:p>
          <a:p>
            <a:r>
              <a:t>4. Collect data</a:t>
            </a:r>
          </a:p>
          <a:p>
            <a:r>
              <a:t>5. Analyze results</a:t>
            </a:r>
          </a:p>
          <a:p/>
          <a:p>
            <a:r>
              <a:t>Insert editable flowchart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Informed consent</a:t>
            </a:r>
          </a:p>
          <a:p>
            <a:r>
              <a:t>• Confidentiality and anonymity</a:t>
            </a:r>
          </a:p>
          <a:p>
            <a:r>
              <a:t>• Avoid bias and manipulation</a:t>
            </a:r>
          </a:p>
          <a:p>
            <a:r>
              <a:t>• Follow ethical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 and resource constraints</a:t>
            </a:r>
          </a:p>
          <a:p>
            <a:r>
              <a:t>• Data bias and errors</a:t>
            </a:r>
          </a:p>
          <a:p>
            <a:r>
              <a:t>• Participant availability</a:t>
            </a:r>
          </a:p>
          <a:p>
            <a:r>
              <a:t>• Technological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Align method with objectives</a:t>
            </a:r>
          </a:p>
          <a:p>
            <a:r>
              <a:t>• Pilot test instruments</a:t>
            </a:r>
          </a:p>
          <a:p>
            <a:r>
              <a:t>• Train data collectors</a:t>
            </a:r>
          </a:p>
          <a:p>
            <a:r>
              <a:t>• Maintain consistent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 is vital for credible research.</a:t>
            </a:r>
          </a:p>
          <a:p>
            <a:r>
              <a:t>• Each model has unique strengths.</a:t>
            </a:r>
          </a:p>
          <a:p>
            <a:r>
              <a:t>• Combining methods increases accuracy.</a:t>
            </a:r>
          </a:p>
          <a:p>
            <a:r>
              <a:t>• Ethics and consistency are key.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Which model best suits your study?</a:t>
            </a:r>
          </a:p>
          <a:p>
            <a:r>
              <a:t>• How can you reduce bias?</a:t>
            </a:r>
          </a:p>
          <a:p>
            <a:r>
              <a:t>• What ethical issues may arise in your context?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(APA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Dovetail. (2023). Data Collection in Research: Examples, Steps, and FAQs. https://dovetail.com</a:t>
            </a:r>
          </a:p>
          <a:p>
            <a:r>
              <a:t>ResearchGate. (2023). Methods of Data Collection: A Fundamental Tool of Research. https://researchgate.net</a:t>
            </a:r>
          </a:p>
          <a:p>
            <a:r>
              <a:t>QuestionPro. (2023). Data Collection Methods: Types &amp; Examples. https://questionpro.com</a:t>
            </a:r>
          </a:p>
          <a:p>
            <a:r>
              <a:t>PMC. (2023). Qualitative Research: Data Collection, Analysis, and Management. https://pmc.ncbi.nlm.nih.gov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Contact: abdurrahmankabirmuazu@example.com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0066CC"/>
                </a:solidFill>
              </a:defRPr>
            </a:pPr>
            <a:r>
              <a:t>GOMYCODE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